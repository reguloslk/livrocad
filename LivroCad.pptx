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554480"/>
            <a:ext cx="164592" cy="164592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4984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FINAL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LivroCad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livros com Programação Orientada a Objetos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5852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 LK  ·  GitHub: Reguloslk/livrocad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6304" cy="146304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LIVROCAD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acervo anotado em caderno ou planilha solta dificulta três tarefas simples: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Cadastrar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02336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título, autor, ano, ISBN, editora e quantidade.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3794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que já está no acervo sem procurar folha por folha.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4846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Corrigir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23360" y="4846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um livro quando o cadastro foi feito errado.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6304" cy="146304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LIVROCAD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web em Python. A pessoa preenche o formulário, o sistema valida e grava no SQLite.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Cadastrar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um livro novo ou atualiza o mesmo ISBN.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1960" y="301752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0560" y="3840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acervo em tabela, ordenado pelo título.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8120" y="301752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046720" y="3840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um livro pelo ISBN, com aviso se não existir.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6304" cy="146304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LIVROCAD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Programação Orientada a Objetos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Abstração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ItemAcervo é abstrata e exige o método descricao().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Herança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72200" y="2514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herda título e ano de ItemAcervo.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Encapsulamento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ficam em atributos com _ e saem por propriedades.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Polimorfismo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72200" y="4434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descricao() é implementado na classe filha.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6304" cy="146304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LIVROCAD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Responsabilidades separadas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main.py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0" y="1965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aplicação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views.py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e tabela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controller.py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 cadastro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models.py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4297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do livro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database.py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5074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6304" cy="146304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LIVROCAD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Banco de dados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SGBD: SQLite. Uma tabela, livros. Chave primária: isbn. Não há chave estrangeira.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8346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 PK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51960" y="28346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18120" y="28346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51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51960" y="40233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4251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818120" y="40233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4251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6304" cy="146304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LIVROCAD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Execução e testes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-v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main.py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6304" cy="146304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LIVROCAD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está o projeto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B2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github.com/Reguloslk/livrocad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técnico: DOCUMENTACAO.md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streamlit run main.py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principal na publicação: main.py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5303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LivroCad</dc:title>
  <dc:subject>Apresentação do sistema LivroCad</dc:subject>
  <dc:creator>Artur LK</dc:creator>
  <cp:lastModifiedBy>Artur LK</cp:lastModifiedBy>
  <cp:revision>1</cp:revision>
  <dcterms:created xsi:type="dcterms:W3CDTF">2026-10-31T16:42:36Z</dcterms:created>
  <dcterms:modified xsi:type="dcterms:W3CDTF">2026-10-31T16:42:36Z</dcterms:modified>
</cp:coreProperties>
</file>